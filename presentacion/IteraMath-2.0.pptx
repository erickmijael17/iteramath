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280160"/>
            <a:ext cx="3840480" cy="3840480"/>
          </a:xfrm>
          <a:prstGeom prst="ellipse">
            <a:avLst/>
          </a:prstGeom>
          <a:solidFill>
            <a:srgbClr val="0E3A66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754880"/>
            <a:ext cx="2377440" cy="2377440"/>
          </a:xfrm>
          <a:prstGeom prst="ellipse">
            <a:avLst/>
          </a:prstGeom>
          <a:solidFill>
            <a:srgbClr val="0C335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02920"/>
            <a:ext cx="960120" cy="960120"/>
          </a:xfrm>
          <a:prstGeom prst="roundRect">
            <a:avLst>
              <a:gd name="adj" fmla="val 1523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27000" dist="38100" dir="162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5354" y="618134"/>
            <a:ext cx="172822" cy="17282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14146"/>
            <a:ext cx="960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783080" y="640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IteraMath 2.0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para resolver métodos numéricos.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ejercicios de clase y la aplicación dan el mismo resultado.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Mijael Delgado Lima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Andre Huanca Huallpa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416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Yefri Ronalddiño Lerma Pacompia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4416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David Quispesayhua Quispe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   ·   Eliminación gaussiana   ·   Newton   ·   Regresión polinomial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1E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ECUACIONES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Cramer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9520" y="2560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en circuitos, mezclas y balances pequeños, cuando conviene ver cada incógnita por separado.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incógnita es un cociente de determinantes. Se cambia una columna de A por el vector b y se divide ese determinante entre det(A).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 x1 + 0,52 x2 + x3 = -0,01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x1 + x2 + 1,9 x3 = 0,67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x1 + 0,3 x2 + 0,5 x3 = -0,44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 = DXi / 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6634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773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IteraMath 2.0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0749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= -14,9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= -29,5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= 19,8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12070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en clase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1207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IteraMath 2.0</a:t>
            </a:r>
            <a:endParaRPr lang="en-US" sz="1100" dirty="0"/>
          </a:p>
        </p:txBody>
      </p:sp>
      <p:pic>
        <p:nvPicPr>
          <p:cNvPr id="17" name="Image 0" descr="C:\Users\YEFRI LERMA\Documents\Metodos Numericos\IteraMath\src\img\cramer\WhatsApp Image 2026-10-23 at 11.54.18 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1481328"/>
            <a:ext cx="3063240" cy="4754880"/>
          </a:xfrm>
          <a:prstGeom prst="rect">
            <a:avLst/>
          </a:prstGeom>
        </p:spPr>
      </p:pic>
      <p:pic>
        <p:nvPicPr>
          <p:cNvPr id="18" name="Image 1" descr="C:\Users\YEFRIL~1\AppData\Local\Temp\cursor\screenshots\cramer-iteramat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23960" y="1481328"/>
            <a:ext cx="3017520" cy="4754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E36"/>
          </a:solidFill>
          <a:ln/>
        </p:spPr>
      </p:sp>
      <p:sp>
        <p:nvSpPr>
          <p:cNvPr id="20" name="Text 16"/>
          <p:cNvSpPr/>
          <p:nvPr/>
        </p:nvSpPr>
        <p:spPr>
          <a:xfrm>
            <a:off x="320040" y="660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IteraMath 2.0  ·  Unidad 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338560" y="6601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1E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ECUACIONES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gaussiana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9520" y="2560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para resolver sistemas grandes en estructuras, redes y modelos lineales.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pivote se vuelve 1. Cada otra fila se actualiza con fi = -fi(k)·fk + fi. La solución queda en la última columna.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x1 - 0,1 x2 - 0,2 x3 = 7,85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x1 + 7 x2 - 0,3 x3 = -19,3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 x1 - 0,2 x2 + 10 x3 = 71,4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6634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773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IteraMath 2.0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0749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= 3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= -2,5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= 7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está bien condicionada.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12070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en clase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1207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IteraMath 2.0</a:t>
            </a:r>
            <a:endParaRPr lang="en-US" sz="1100" dirty="0"/>
          </a:p>
        </p:txBody>
      </p:sp>
      <p:pic>
        <p:nvPicPr>
          <p:cNvPr id="17" name="Image 0" descr="C:\Users\YEFRI LERMA\Documents\Metodos Numericos\IteraMath\src\img\eliminacion de gaus\WhatsApp Image 2026-10-23 at 11.42.28 AM (1)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1481328"/>
            <a:ext cx="3063240" cy="4754880"/>
          </a:xfrm>
          <a:prstGeom prst="rect">
            <a:avLst/>
          </a:prstGeom>
        </p:spPr>
      </p:pic>
      <p:pic>
        <p:nvPicPr>
          <p:cNvPr id="18" name="Image 1" descr="C:\Users\YEFRIL~1\AppData\Local\Temp\cursor\screenshots\gauss-iteramat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23960" y="1481328"/>
            <a:ext cx="3017520" cy="4754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E36"/>
          </a:solidFill>
          <a:ln/>
        </p:spPr>
      </p:sp>
      <p:sp>
        <p:nvSpPr>
          <p:cNvPr id="20" name="Text 16"/>
          <p:cNvSpPr/>
          <p:nvPr/>
        </p:nvSpPr>
        <p:spPr>
          <a:xfrm>
            <a:off x="320040" y="660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IteraMath 2.0  ·  Unidad 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338560" y="6601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1E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 de Newton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9520" y="2560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un valor entre mediciones: temperatura, sensores o una tabla experimental.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las diferencias divididas. Como 2,1 está más cerca de 2 que de 2,8, se usa la forma progresiva.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4.2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    2,2    2,4    2,6    2,8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0,5103757   0,5207843   0,5104147   0,4813306   0,4359160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Aproximar f(2,1)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6634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773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IteraMath 2.0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0749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P1(2,1) = 0,51558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P2(2,1) = 0,51817728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P3(2,1) = 0,51830626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P4(2,1) = 0,518293745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12070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en clase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1207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IteraMath 2.0</a:t>
            </a:r>
            <a:endParaRPr lang="en-US" sz="1100" dirty="0"/>
          </a:p>
        </p:txBody>
      </p:sp>
      <p:pic>
        <p:nvPicPr>
          <p:cNvPr id="17" name="Image 0" descr="C:\Users\YEFRI LERMA\Documents\Metodos Numericos\IteraMath\src\img\interpolacion de nwton\WhatsApp Image 2026-10-23 at 11.55.51 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1481328"/>
            <a:ext cx="3063240" cy="4754880"/>
          </a:xfrm>
          <a:prstGeom prst="rect">
            <a:avLst/>
          </a:prstGeom>
        </p:spPr>
      </p:pic>
      <p:pic>
        <p:nvPicPr>
          <p:cNvPr id="18" name="Image 1" descr="C:\Users\YEFRIL~1\AppData\Local\Temp\cursor\screenshots\newton-iteramat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23960" y="1481328"/>
            <a:ext cx="3017520" cy="4754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E36"/>
          </a:solidFill>
          <a:ln/>
        </p:spPr>
      </p:sp>
      <p:sp>
        <p:nvSpPr>
          <p:cNvPr id="20" name="Text 16"/>
          <p:cNvSpPr/>
          <p:nvPr/>
        </p:nvSpPr>
        <p:spPr>
          <a:xfrm>
            <a:off x="320040" y="660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IteraMath 2.0  ·  Unidad 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338560" y="6601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1E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CURVAS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polinomial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9520" y="2560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una tendencia y permite estimar un valor nuevo: crecimiento, consumo o producción.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una curva cercana a todos los puntos. r² es el coeficiente de determinación: la parte de la variación de y que el modelo explica. r es el coeficiente de correlación: la fuerza y el sentido de esa relación.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0, 1, 2, 3, 4,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2,1  7,7  13,6  27,2  40,9  61,1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2. Estimar y cuando x = 7.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6634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773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IteraMath 2.0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0749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= 2,4786 + 2,3593 x + 1,8607 x²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P(7) = 110,1686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0,9985   ·   explica el 99,85 %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0,9993   ·   relación directa y alta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12070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en clase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1207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IteraMath 2.0</a:t>
            </a:r>
            <a:endParaRPr lang="en-US" sz="1100" dirty="0"/>
          </a:p>
        </p:txBody>
      </p:sp>
      <p:pic>
        <p:nvPicPr>
          <p:cNvPr id="17" name="Image 0" descr="C:\Users\YEFRI LERMA\Documents\Metodos Numericos\IteraMath\src\img\regresion polinomial\WhatsApp Image 2026-10-23 at 11.39.38 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1481328"/>
            <a:ext cx="3063240" cy="4754880"/>
          </a:xfrm>
          <a:prstGeom prst="rect">
            <a:avLst/>
          </a:prstGeom>
        </p:spPr>
      </p:pic>
      <p:pic>
        <p:nvPicPr>
          <p:cNvPr id="18" name="Image 1" descr="C:\Users\YEFRIL~1\AppData\Local\Temp\cursor\screenshots\regresion-iteramat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23960" y="1481328"/>
            <a:ext cx="3017520" cy="4754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E36"/>
          </a:solidFill>
          <a:ln/>
        </p:spPr>
      </p:sp>
      <p:sp>
        <p:nvSpPr>
          <p:cNvPr id="20" name="Text 16"/>
          <p:cNvSpPr/>
          <p:nvPr/>
        </p:nvSpPr>
        <p:spPr>
          <a:xfrm>
            <a:off x="320040" y="660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IteraMath 2.0  ·  Unidad 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338560" y="6601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27000" dist="38100" dir="162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07008" y="65836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498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ejercicios coinciden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Cramer, eliminación gaussiana, Newton y la regresión polinomial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dieron en IteraMath 2.0 el mismo resultado que en clase.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Cramer:  x1 = -14,9    x2 = -29,5    x3 = 19,8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5876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Gauss:  x1 = 3    x2 = -2,5    x3 = 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4281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Newton:  P4(2,1) = 0,518293745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62686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Regresión:  r² = 0,9985    P(7) = 110,1686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Mijael Delgado Lima   ·   Fernando Andre Huanca Huallpa   ·   Yefri Ronalddiño Lerma Pacompia   ·   Walter David Quispesayhua Quispe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IteraMath 2.0</dc:title>
  <dc:subject>Métodos numéricos de la unidad 2</dc:subject>
  <dc:creator>Erick Mijael Delgado Lima, Fernando Andre Huanca Huallpa, Yefri Ronalddiño Lerma Pacompia, Walter David Quispesayhua Quispe</dc:creator>
  <cp:lastModifiedBy>Erick Mijael Delgado Lima, Fernando Andre Huanca Huallpa, Yefri Ronalddiño Lerma Pacompia, Walter David Quispesayhua Quispe</cp:lastModifiedBy>
  <cp:revision>1</cp:revision>
  <dcterms:created xsi:type="dcterms:W3CDTF">2026-10-23T17:13:01Z</dcterms:created>
  <dcterms:modified xsi:type="dcterms:W3CDTF">2026-10-23T17:13:01Z</dcterms:modified>
</cp:coreProperties>
</file>